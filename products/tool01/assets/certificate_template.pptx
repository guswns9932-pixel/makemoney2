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9957816" cy="6830568"/>
          </a:xfrm>
          <a:prstGeom prst="rect">
            <a:avLst/>
          </a:prstGeom>
          <a:noFill/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9683496" cy="6556248"/>
          </a:xfrm>
          <a:prstGeom prst="rect">
            <a:avLst/>
          </a:prstGeom>
          <a:noFill/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86053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Malgun Gothic"/>
              </a:rPr>
              <a:t>수 료 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860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algun Gothic"/>
              </a:rPr>
              <a:t>Certificate of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7946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B2A4A"/>
                </a:solidFill>
                <a:latin typeface="Malgun Gothic"/>
              </a:rPr>
              <a:t>{{과정명}}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79461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Malgun Gothic"/>
              </a:rPr>
              <a:t>성명: {{이름}}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Malgun Gothic"/>
              </a:rPr>
              <a:t>수료번호: {{수료번호}}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algun Gothic"/>
              </a:rPr>
              <a:t>위 사람은 소정의 교육과정을 성실히 이수하였으므로 이 증서를 수여합니다.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79461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algun Gothic"/>
              </a:rPr>
              <a:t>수료일: {{수료일}}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309360"/>
            <a:ext cx="79461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B2A4A"/>
                </a:solidFill>
                <a:latin typeface="Malgun Gothic"/>
              </a:rPr>
              <a:t>{{기관명}}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